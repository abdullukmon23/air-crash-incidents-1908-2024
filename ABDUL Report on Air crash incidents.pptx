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58" r:id="rId3"/>
    <p:sldId id="257"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1" d="100"/>
          <a:sy n="61" d="100"/>
        </p:scale>
        <p:origin x="2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lukmon" userId="172d3b46a2dc25ca" providerId="LiveId" clId="{7070EC36-E664-4E5F-87D5-5DD37E68D6CC}"/>
    <pc:docChg chg="undo custSel modSld">
      <pc:chgData name="Abdul lukmon" userId="172d3b46a2dc25ca" providerId="LiveId" clId="{7070EC36-E664-4E5F-87D5-5DD37E68D6CC}" dt="2026-02-26T10:14:54.607" v="772" actId="20577"/>
      <pc:docMkLst>
        <pc:docMk/>
      </pc:docMkLst>
      <pc:sldChg chg="modSp mod">
        <pc:chgData name="Abdul lukmon" userId="172d3b46a2dc25ca" providerId="LiveId" clId="{7070EC36-E664-4E5F-87D5-5DD37E68D6CC}" dt="2026-02-26T10:07:27.955" v="374" actId="20577"/>
        <pc:sldMkLst>
          <pc:docMk/>
          <pc:sldMk cId="3326767616" sldId="257"/>
        </pc:sldMkLst>
        <pc:spChg chg="mod">
          <ac:chgData name="Abdul lukmon" userId="172d3b46a2dc25ca" providerId="LiveId" clId="{7070EC36-E664-4E5F-87D5-5DD37E68D6CC}" dt="2026-02-26T10:07:27.955" v="374" actId="20577"/>
          <ac:spMkLst>
            <pc:docMk/>
            <pc:sldMk cId="3326767616" sldId="257"/>
            <ac:spMk id="5" creationId="{568D8EB0-74FB-3053-5460-371E59C38B09}"/>
          </ac:spMkLst>
        </pc:spChg>
      </pc:sldChg>
      <pc:sldChg chg="modSp mod">
        <pc:chgData name="Abdul lukmon" userId="172d3b46a2dc25ca" providerId="LiveId" clId="{7070EC36-E664-4E5F-87D5-5DD37E68D6CC}" dt="2026-02-26T10:14:54.607" v="772" actId="20577"/>
        <pc:sldMkLst>
          <pc:docMk/>
          <pc:sldMk cId="3737202794" sldId="260"/>
        </pc:sldMkLst>
        <pc:spChg chg="mod">
          <ac:chgData name="Abdul lukmon" userId="172d3b46a2dc25ca" providerId="LiveId" clId="{7070EC36-E664-4E5F-87D5-5DD37E68D6CC}" dt="2026-02-26T10:14:54.607" v="772" actId="20577"/>
          <ac:spMkLst>
            <pc:docMk/>
            <pc:sldMk cId="3737202794" sldId="260"/>
            <ac:spMk id="7" creationId="{5460FBC8-7EF1-4574-80B2-39C72627FC84}"/>
          </ac:spMkLst>
        </pc:spChg>
      </pc:sldChg>
      <pc:sldChg chg="modSp mod">
        <pc:chgData name="Abdul lukmon" userId="172d3b46a2dc25ca" providerId="LiveId" clId="{7070EC36-E664-4E5F-87D5-5DD37E68D6CC}" dt="2026-02-26T05:51:51.011" v="4" actId="255"/>
        <pc:sldMkLst>
          <pc:docMk/>
          <pc:sldMk cId="1493616502" sldId="261"/>
        </pc:sldMkLst>
        <pc:spChg chg="mod">
          <ac:chgData name="Abdul lukmon" userId="172d3b46a2dc25ca" providerId="LiveId" clId="{7070EC36-E664-4E5F-87D5-5DD37E68D6CC}" dt="2026-02-26T05:51:51.011" v="4" actId="255"/>
          <ac:spMkLst>
            <pc:docMk/>
            <pc:sldMk cId="1493616502" sldId="261"/>
            <ac:spMk id="5" creationId="{CA999930-915F-4919-BB0D-8538EC41BA78}"/>
          </ac:spMkLst>
        </pc:spChg>
      </pc:sldChg>
    </pc:docChg>
  </pc:docChgLst>
  <pc:docChgLst>
    <pc:chgData name="Abdul lukmon" userId="172d3b46a2dc25ca" providerId="LiveId" clId="{BC8FBAFE-1B29-444D-BF52-56C1001ACDA5}"/>
    <pc:docChg chg="undo custSel addSld delSld modSld">
      <pc:chgData name="Abdul lukmon" userId="172d3b46a2dc25ca" providerId="LiveId" clId="{BC8FBAFE-1B29-444D-BF52-56C1001ACDA5}" dt="2026-01-23T23:44:15.607" v="4231" actId="255"/>
      <pc:docMkLst>
        <pc:docMk/>
      </pc:docMkLst>
      <pc:sldChg chg="addSp delSp modSp add del mod">
        <pc:chgData name="Abdul lukmon" userId="172d3b46a2dc25ca" providerId="LiveId" clId="{BC8FBAFE-1B29-444D-BF52-56C1001ACDA5}" dt="2026-01-21T17:05:49.295" v="1116" actId="1076"/>
        <pc:sldMkLst>
          <pc:docMk/>
          <pc:sldMk cId="1313968277" sldId="256"/>
        </pc:sldMkLst>
        <pc:spChg chg="mod">
          <ac:chgData name="Abdul lukmon" userId="172d3b46a2dc25ca" providerId="LiveId" clId="{BC8FBAFE-1B29-444D-BF52-56C1001ACDA5}" dt="2026-01-21T14:36:18.723" v="800" actId="27636"/>
          <ac:spMkLst>
            <pc:docMk/>
            <pc:sldMk cId="1313968277" sldId="256"/>
            <ac:spMk id="2" creationId="{6EA93EAC-2211-3211-A397-C5503083FAB3}"/>
          </ac:spMkLst>
        </pc:spChg>
        <pc:spChg chg="mod">
          <ac:chgData name="Abdul lukmon" userId="172d3b46a2dc25ca" providerId="LiveId" clId="{BC8FBAFE-1B29-444D-BF52-56C1001ACDA5}" dt="2026-01-21T16:51:22.805" v="1075" actId="13926"/>
          <ac:spMkLst>
            <pc:docMk/>
            <pc:sldMk cId="1313968277" sldId="256"/>
            <ac:spMk id="3" creationId="{F3F64D50-E80B-8EF7-DA90-572BD5E06227}"/>
          </ac:spMkLst>
        </pc:spChg>
        <pc:spChg chg="del">
          <ac:chgData name="Abdul lukmon" userId="172d3b46a2dc25ca" providerId="LiveId" clId="{BC8FBAFE-1B29-444D-BF52-56C1001ACDA5}" dt="2026-01-21T16:57:11.012" v="1076"/>
          <ac:spMkLst>
            <pc:docMk/>
            <pc:sldMk cId="1313968277" sldId="256"/>
            <ac:spMk id="6" creationId="{70DDA7B9-67AD-4D81-BCE6-778148F4CD0D}"/>
          </ac:spMkLst>
        </pc:spChg>
        <pc:spChg chg="add mod">
          <ac:chgData name="Abdul lukmon" userId="172d3b46a2dc25ca" providerId="LiveId" clId="{BC8FBAFE-1B29-444D-BF52-56C1001ACDA5}" dt="2026-01-21T17:05:49.295" v="1116" actId="1076"/>
          <ac:spMkLst>
            <pc:docMk/>
            <pc:sldMk cId="1313968277" sldId="256"/>
            <ac:spMk id="7" creationId="{AAEAA147-CF9E-43A0-A7D4-3E042D8A686A}"/>
          </ac:spMkLst>
        </pc:spChg>
        <pc:picChg chg="add mod">
          <ac:chgData name="Abdul lukmon" userId="172d3b46a2dc25ca" providerId="LiveId" clId="{BC8FBAFE-1B29-444D-BF52-56C1001ACDA5}" dt="2026-01-21T16:18:27.438" v="926" actId="1076"/>
          <ac:picMkLst>
            <pc:docMk/>
            <pc:sldMk cId="1313968277" sldId="256"/>
            <ac:picMk id="5" creationId="{8230113B-11BF-4FDF-9B6B-8B176FAC6244}"/>
          </ac:picMkLst>
        </pc:picChg>
      </pc:sldChg>
      <pc:sldChg chg="addSp delSp modSp mod">
        <pc:chgData name="Abdul lukmon" userId="172d3b46a2dc25ca" providerId="LiveId" clId="{BC8FBAFE-1B29-444D-BF52-56C1001ACDA5}" dt="2026-01-23T23:38:55.681" v="4207" actId="1076"/>
        <pc:sldMkLst>
          <pc:docMk/>
          <pc:sldMk cId="3326767616" sldId="257"/>
        </pc:sldMkLst>
        <pc:spChg chg="del">
          <ac:chgData name="Abdul lukmon" userId="172d3b46a2dc25ca" providerId="LiveId" clId="{BC8FBAFE-1B29-444D-BF52-56C1001ACDA5}" dt="2026-01-21T16:57:11.012" v="1076"/>
          <ac:spMkLst>
            <pc:docMk/>
            <pc:sldMk cId="3326767616" sldId="257"/>
            <ac:spMk id="2" creationId="{AF7A85F7-F169-4001-9AA8-49694AF861B9}"/>
          </ac:spMkLst>
        </pc:spChg>
        <pc:spChg chg="add mod">
          <ac:chgData name="Abdul lukmon" userId="172d3b46a2dc25ca" providerId="LiveId" clId="{BC8FBAFE-1B29-444D-BF52-56C1001ACDA5}" dt="2026-01-23T23:37:51.111" v="4198" actId="1076"/>
          <ac:spMkLst>
            <pc:docMk/>
            <pc:sldMk cId="3326767616" sldId="257"/>
            <ac:spMk id="3" creationId="{6F2A59F6-91FC-4EF2-8428-80826C46C32E}"/>
          </ac:spMkLst>
        </pc:spChg>
        <pc:spChg chg="mod">
          <ac:chgData name="Abdul lukmon" userId="172d3b46a2dc25ca" providerId="LiveId" clId="{BC8FBAFE-1B29-444D-BF52-56C1001ACDA5}" dt="2026-01-21T16:14:08.110" v="835" actId="14100"/>
          <ac:spMkLst>
            <pc:docMk/>
            <pc:sldMk cId="3326767616" sldId="257"/>
            <ac:spMk id="4" creationId="{5E1B5D42-691A-5730-AC3D-CDEACF9B4812}"/>
          </ac:spMkLst>
        </pc:spChg>
        <pc:spChg chg="mod">
          <ac:chgData name="Abdul lukmon" userId="172d3b46a2dc25ca" providerId="LiveId" clId="{BC8FBAFE-1B29-444D-BF52-56C1001ACDA5}" dt="2026-01-23T23:38:55.681" v="4207" actId="1076"/>
          <ac:spMkLst>
            <pc:docMk/>
            <pc:sldMk cId="3326767616" sldId="257"/>
            <ac:spMk id="5" creationId="{568D8EB0-74FB-3053-5460-371E59C38B09}"/>
          </ac:spMkLst>
        </pc:spChg>
        <pc:picChg chg="add mod ord">
          <ac:chgData name="Abdul lukmon" userId="172d3b46a2dc25ca" providerId="LiveId" clId="{BC8FBAFE-1B29-444D-BF52-56C1001ACDA5}" dt="2026-01-21T16:27:43.620" v="927" actId="1076"/>
          <ac:picMkLst>
            <pc:docMk/>
            <pc:sldMk cId="3326767616" sldId="257"/>
            <ac:picMk id="6" creationId="{C36C804E-DC79-436C-B890-A7F4C6615B8A}"/>
          </ac:picMkLst>
        </pc:picChg>
      </pc:sldChg>
      <pc:sldChg chg="addSp delSp modSp new mod modClrScheme chgLayout">
        <pc:chgData name="Abdul lukmon" userId="172d3b46a2dc25ca" providerId="LiveId" clId="{BC8FBAFE-1B29-444D-BF52-56C1001ACDA5}" dt="2026-01-21T17:01:28.705" v="1111" actId="255"/>
        <pc:sldMkLst>
          <pc:docMk/>
          <pc:sldMk cId="764710076" sldId="258"/>
        </pc:sldMkLst>
        <pc:spChg chg="del">
          <ac:chgData name="Abdul lukmon" userId="172d3b46a2dc25ca" providerId="LiveId" clId="{BC8FBAFE-1B29-444D-BF52-56C1001ACDA5}" dt="2026-01-21T16:39:21.234" v="949" actId="700"/>
          <ac:spMkLst>
            <pc:docMk/>
            <pc:sldMk cId="764710076" sldId="258"/>
            <ac:spMk id="2" creationId="{5032CC55-F94B-40B9-9C6D-7AAB6EB90501}"/>
          </ac:spMkLst>
        </pc:spChg>
        <pc:spChg chg="del">
          <ac:chgData name="Abdul lukmon" userId="172d3b46a2dc25ca" providerId="LiveId" clId="{BC8FBAFE-1B29-444D-BF52-56C1001ACDA5}" dt="2026-01-21T16:39:21.234" v="949" actId="700"/>
          <ac:spMkLst>
            <pc:docMk/>
            <pc:sldMk cId="764710076" sldId="258"/>
            <ac:spMk id="3" creationId="{D24F6C61-823C-45B3-80FE-619D8996B5B2}"/>
          </ac:spMkLst>
        </pc:spChg>
        <pc:spChg chg="add mod">
          <ac:chgData name="Abdul lukmon" userId="172d3b46a2dc25ca" providerId="LiveId" clId="{BC8FBAFE-1B29-444D-BF52-56C1001ACDA5}" dt="2026-01-21T16:44:12.924" v="1043" actId="2711"/>
          <ac:spMkLst>
            <pc:docMk/>
            <pc:sldMk cId="764710076" sldId="258"/>
            <ac:spMk id="4" creationId="{641EEF08-1480-4229-BACB-A761CFFD9828}"/>
          </ac:spMkLst>
        </pc:spChg>
        <pc:spChg chg="add mod">
          <ac:chgData name="Abdul lukmon" userId="172d3b46a2dc25ca" providerId="LiveId" clId="{BC8FBAFE-1B29-444D-BF52-56C1001ACDA5}" dt="2026-01-21T16:44:06.626" v="1042" actId="2711"/>
          <ac:spMkLst>
            <pc:docMk/>
            <pc:sldMk cId="764710076" sldId="258"/>
            <ac:spMk id="5" creationId="{80CA7207-03E1-4B75-9B73-8BF935AEF3D7}"/>
          </ac:spMkLst>
        </pc:spChg>
        <pc:spChg chg="del">
          <ac:chgData name="Abdul lukmon" userId="172d3b46a2dc25ca" providerId="LiveId" clId="{BC8FBAFE-1B29-444D-BF52-56C1001ACDA5}" dt="2026-01-21T16:57:11.012" v="1076"/>
          <ac:spMkLst>
            <pc:docMk/>
            <pc:sldMk cId="764710076" sldId="258"/>
            <ac:spMk id="8" creationId="{7AE3483F-381D-4CE1-9D1A-9BBA5C28B553}"/>
          </ac:spMkLst>
        </pc:spChg>
        <pc:spChg chg="add mod">
          <ac:chgData name="Abdul lukmon" userId="172d3b46a2dc25ca" providerId="LiveId" clId="{BC8FBAFE-1B29-444D-BF52-56C1001ACDA5}" dt="2026-01-21T17:01:28.705" v="1111" actId="255"/>
          <ac:spMkLst>
            <pc:docMk/>
            <pc:sldMk cId="764710076" sldId="258"/>
            <ac:spMk id="9" creationId="{EFBA95DF-98D7-498A-BD22-BDFA2279C3FE}"/>
          </ac:spMkLst>
        </pc:spChg>
        <pc:picChg chg="add mod ord">
          <ac:chgData name="Abdul lukmon" userId="172d3b46a2dc25ca" providerId="LiveId" clId="{BC8FBAFE-1B29-444D-BF52-56C1001ACDA5}" dt="2026-01-21T16:48:37.618" v="1070" actId="1076"/>
          <ac:picMkLst>
            <pc:docMk/>
            <pc:sldMk cId="764710076" sldId="258"/>
            <ac:picMk id="7" creationId="{ADA9B511-A7CA-4DCF-A020-8D36A10D4F60}"/>
          </ac:picMkLst>
        </pc:picChg>
      </pc:sldChg>
      <pc:sldChg chg="new del">
        <pc:chgData name="Abdul lukmon" userId="172d3b46a2dc25ca" providerId="LiveId" clId="{BC8FBAFE-1B29-444D-BF52-56C1001ACDA5}" dt="2026-01-21T16:37:42.728" v="947" actId="680"/>
        <pc:sldMkLst>
          <pc:docMk/>
          <pc:sldMk cId="3312791481" sldId="258"/>
        </pc:sldMkLst>
      </pc:sldChg>
      <pc:sldChg chg="new del">
        <pc:chgData name="Abdul lukmon" userId="172d3b46a2dc25ca" providerId="LiveId" clId="{BC8FBAFE-1B29-444D-BF52-56C1001ACDA5}" dt="2026-01-23T14:38:59.011" v="1118" actId="680"/>
        <pc:sldMkLst>
          <pc:docMk/>
          <pc:sldMk cId="112650936" sldId="259"/>
        </pc:sldMkLst>
      </pc:sldChg>
      <pc:sldChg chg="addSp delSp modSp new mod modClrScheme chgLayout">
        <pc:chgData name="Abdul lukmon" userId="172d3b46a2dc25ca" providerId="LiveId" clId="{BC8FBAFE-1B29-444D-BF52-56C1001ACDA5}" dt="2026-01-23T23:40:11.511" v="4211" actId="1076"/>
        <pc:sldMkLst>
          <pc:docMk/>
          <pc:sldMk cId="4040510485" sldId="259"/>
        </pc:sldMkLst>
        <pc:spChg chg="del">
          <ac:chgData name="Abdul lukmon" userId="172d3b46a2dc25ca" providerId="LiveId" clId="{BC8FBAFE-1B29-444D-BF52-56C1001ACDA5}" dt="2026-01-23T14:40:03.245" v="1120" actId="700"/>
          <ac:spMkLst>
            <pc:docMk/>
            <pc:sldMk cId="4040510485" sldId="259"/>
            <ac:spMk id="2" creationId="{CEC4D90F-E67B-4E59-9F3A-3E6230D504B6}"/>
          </ac:spMkLst>
        </pc:spChg>
        <pc:spChg chg="del">
          <ac:chgData name="Abdul lukmon" userId="172d3b46a2dc25ca" providerId="LiveId" clId="{BC8FBAFE-1B29-444D-BF52-56C1001ACDA5}" dt="2026-01-23T14:40:03.245" v="1120" actId="700"/>
          <ac:spMkLst>
            <pc:docMk/>
            <pc:sldMk cId="4040510485" sldId="259"/>
            <ac:spMk id="3" creationId="{6CFF9427-425F-4401-9488-76CD78210B27}"/>
          </ac:spMkLst>
        </pc:spChg>
        <pc:spChg chg="add mod">
          <ac:chgData name="Abdul lukmon" userId="172d3b46a2dc25ca" providerId="LiveId" clId="{BC8FBAFE-1B29-444D-BF52-56C1001ACDA5}" dt="2026-01-23T23:39:22.206" v="4208" actId="1076"/>
          <ac:spMkLst>
            <pc:docMk/>
            <pc:sldMk cId="4040510485" sldId="259"/>
            <ac:spMk id="4" creationId="{9E7FF07F-C011-4A96-87AA-2777BFEF5A28}"/>
          </ac:spMkLst>
        </pc:spChg>
        <pc:spChg chg="add del mod">
          <ac:chgData name="Abdul lukmon" userId="172d3b46a2dc25ca" providerId="LiveId" clId="{BC8FBAFE-1B29-444D-BF52-56C1001ACDA5}" dt="2026-01-23T23:40:11.511" v="4211" actId="1076"/>
          <ac:spMkLst>
            <pc:docMk/>
            <pc:sldMk cId="4040510485" sldId="259"/>
            <ac:spMk id="5" creationId="{45C61655-77AD-46C5-A26C-4D2C270AC295}"/>
          </ac:spMkLst>
        </pc:spChg>
        <pc:spChg chg="add mod">
          <ac:chgData name="Abdul lukmon" userId="172d3b46a2dc25ca" providerId="LiveId" clId="{BC8FBAFE-1B29-444D-BF52-56C1001ACDA5}" dt="2026-01-23T15:49:16.458" v="2778" actId="20577"/>
          <ac:spMkLst>
            <pc:docMk/>
            <pc:sldMk cId="4040510485" sldId="259"/>
            <ac:spMk id="8" creationId="{8D80E343-7DEC-4F76-96AA-3AD5D67EA41A}"/>
          </ac:spMkLst>
        </pc:spChg>
        <pc:picChg chg="add mod">
          <ac:chgData name="Abdul lukmon" userId="172d3b46a2dc25ca" providerId="LiveId" clId="{BC8FBAFE-1B29-444D-BF52-56C1001ACDA5}" dt="2026-01-23T23:39:26.124" v="4209" actId="1076"/>
          <ac:picMkLst>
            <pc:docMk/>
            <pc:sldMk cId="4040510485" sldId="259"/>
            <ac:picMk id="7" creationId="{B20514F8-39ED-44F5-B785-9F7304269D6B}"/>
          </ac:picMkLst>
        </pc:picChg>
      </pc:sldChg>
      <pc:sldChg chg="addSp delSp modSp new mod">
        <pc:chgData name="Abdul lukmon" userId="172d3b46a2dc25ca" providerId="LiveId" clId="{BC8FBAFE-1B29-444D-BF52-56C1001ACDA5}" dt="2026-01-23T23:43:19.361" v="4224" actId="255"/>
        <pc:sldMkLst>
          <pc:docMk/>
          <pc:sldMk cId="3737202794" sldId="260"/>
        </pc:sldMkLst>
        <pc:spChg chg="add del mod">
          <ac:chgData name="Abdul lukmon" userId="172d3b46a2dc25ca" providerId="LiveId" clId="{BC8FBAFE-1B29-444D-BF52-56C1001ACDA5}" dt="2026-01-23T15:49:54.112" v="2783" actId="767"/>
          <ac:spMkLst>
            <pc:docMk/>
            <pc:sldMk cId="3737202794" sldId="260"/>
            <ac:spMk id="2" creationId="{0279EAFB-1D39-43EE-ABB5-9B8AAE14C824}"/>
          </ac:spMkLst>
        </pc:spChg>
        <pc:spChg chg="add mod">
          <ac:chgData name="Abdul lukmon" userId="172d3b46a2dc25ca" providerId="LiveId" clId="{BC8FBAFE-1B29-444D-BF52-56C1001ACDA5}" dt="2026-01-23T23:43:19.361" v="4224" actId="255"/>
          <ac:spMkLst>
            <pc:docMk/>
            <pc:sldMk cId="3737202794" sldId="260"/>
            <ac:spMk id="2" creationId="{4BF81B1E-3016-43EC-836E-A59E8A493394}"/>
          </ac:spMkLst>
        </pc:spChg>
        <pc:spChg chg="add del mod">
          <ac:chgData name="Abdul lukmon" userId="172d3b46a2dc25ca" providerId="LiveId" clId="{BC8FBAFE-1B29-444D-BF52-56C1001ACDA5}" dt="2026-01-23T15:49:53.414" v="2782" actId="767"/>
          <ac:spMkLst>
            <pc:docMk/>
            <pc:sldMk cId="3737202794" sldId="260"/>
            <ac:spMk id="3" creationId="{FAC5D9F2-D04A-41B3-81D9-32D63EF285EB}"/>
          </ac:spMkLst>
        </pc:spChg>
        <pc:spChg chg="add mod">
          <ac:chgData name="Abdul lukmon" userId="172d3b46a2dc25ca" providerId="LiveId" clId="{BC8FBAFE-1B29-444D-BF52-56C1001ACDA5}" dt="2026-01-23T15:51:25.176" v="2824" actId="14100"/>
          <ac:spMkLst>
            <pc:docMk/>
            <pc:sldMk cId="3737202794" sldId="260"/>
            <ac:spMk id="4" creationId="{D37B7C1B-B329-4FE3-B166-87E635C21206}"/>
          </ac:spMkLst>
        </pc:spChg>
        <pc:spChg chg="add mod">
          <ac:chgData name="Abdul lukmon" userId="172d3b46a2dc25ca" providerId="LiveId" clId="{BC8FBAFE-1B29-444D-BF52-56C1001ACDA5}" dt="2026-01-23T23:40:45.045" v="4215" actId="14100"/>
          <ac:spMkLst>
            <pc:docMk/>
            <pc:sldMk cId="3737202794" sldId="260"/>
            <ac:spMk id="7" creationId="{5460FBC8-7EF1-4574-80B2-39C72627FC84}"/>
          </ac:spMkLst>
        </pc:spChg>
        <pc:picChg chg="add mod">
          <ac:chgData name="Abdul lukmon" userId="172d3b46a2dc25ca" providerId="LiveId" clId="{BC8FBAFE-1B29-444D-BF52-56C1001ACDA5}" dt="2026-01-23T15:53:13.963" v="2837" actId="1076"/>
          <ac:picMkLst>
            <pc:docMk/>
            <pc:sldMk cId="3737202794" sldId="260"/>
            <ac:picMk id="6" creationId="{04B77227-3D7C-45B4-A638-6AB6E19008AD}"/>
          </ac:picMkLst>
        </pc:picChg>
      </pc:sldChg>
      <pc:sldChg chg="add del">
        <pc:chgData name="Abdul lukmon" userId="172d3b46a2dc25ca" providerId="LiveId" clId="{BC8FBAFE-1B29-444D-BF52-56C1001ACDA5}" dt="2026-01-23T23:09:20.182" v="4038" actId="2890"/>
        <pc:sldMkLst>
          <pc:docMk/>
          <pc:sldMk cId="28609053" sldId="261"/>
        </pc:sldMkLst>
      </pc:sldChg>
      <pc:sldChg chg="addSp modSp new mod">
        <pc:chgData name="Abdul lukmon" userId="172d3b46a2dc25ca" providerId="LiveId" clId="{BC8FBAFE-1B29-444D-BF52-56C1001ACDA5}" dt="2026-01-23T23:44:15.607" v="4231" actId="255"/>
        <pc:sldMkLst>
          <pc:docMk/>
          <pc:sldMk cId="1493616502" sldId="261"/>
        </pc:sldMkLst>
        <pc:spChg chg="add mod">
          <ac:chgData name="Abdul lukmon" userId="172d3b46a2dc25ca" providerId="LiveId" clId="{BC8FBAFE-1B29-444D-BF52-56C1001ACDA5}" dt="2026-01-23T23:23:19.936" v="4083" actId="13926"/>
          <ac:spMkLst>
            <pc:docMk/>
            <pc:sldMk cId="1493616502" sldId="261"/>
            <ac:spMk id="2" creationId="{6745E1EA-A8B4-4F93-9CC7-62D6AEC260ED}"/>
          </ac:spMkLst>
        </pc:spChg>
        <pc:spChg chg="add mod">
          <ac:chgData name="Abdul lukmon" userId="172d3b46a2dc25ca" providerId="LiveId" clId="{BC8FBAFE-1B29-444D-BF52-56C1001ACDA5}" dt="2026-01-23T23:40:59.031" v="4216" actId="255"/>
          <ac:spMkLst>
            <pc:docMk/>
            <pc:sldMk cId="1493616502" sldId="261"/>
            <ac:spMk id="5" creationId="{CA999930-915F-4919-BB0D-8538EC41BA78}"/>
          </ac:spMkLst>
        </pc:spChg>
        <pc:spChg chg="add mod">
          <ac:chgData name="Abdul lukmon" userId="172d3b46a2dc25ca" providerId="LiveId" clId="{BC8FBAFE-1B29-444D-BF52-56C1001ACDA5}" dt="2026-01-23T23:44:15.607" v="4231" actId="255"/>
          <ac:spMkLst>
            <pc:docMk/>
            <pc:sldMk cId="1493616502" sldId="261"/>
            <ac:spMk id="6" creationId="{5512B62F-E1D6-4CE1-94B2-B65424562021}"/>
          </ac:spMkLst>
        </pc:spChg>
        <pc:picChg chg="add mod">
          <ac:chgData name="Abdul lukmon" userId="172d3b46a2dc25ca" providerId="LiveId" clId="{BC8FBAFE-1B29-444D-BF52-56C1001ACDA5}" dt="2026-01-23T23:22:27.025" v="4079" actId="1076"/>
          <ac:picMkLst>
            <pc:docMk/>
            <pc:sldMk cId="1493616502" sldId="261"/>
            <ac:picMk id="4" creationId="{CAD4EA96-4569-46F3-8D66-85EE5B3732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AE8A08-ABF7-47C6-9F93-A8E0C077F5EE}"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9D9A2-960E-4882-AF22-5A9CF80EF6AD}" type="slidenum">
              <a:rPr lang="en-US" smtClean="0"/>
              <a:t>‹#›</a:t>
            </a:fld>
            <a:endParaRPr lang="en-US"/>
          </a:p>
        </p:txBody>
      </p:sp>
    </p:spTree>
    <p:extLst>
      <p:ext uri="{BB962C8B-B14F-4D97-AF65-F5344CB8AC3E}">
        <p14:creationId xmlns:p14="http://schemas.microsoft.com/office/powerpoint/2010/main" val="400379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smtClean="0"/>
              <a:pPr/>
              <a:t>2/26/2026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smtClean="0"/>
              <a:t>2/26/2026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smtClean="0"/>
              <a:pPr/>
              <a:t>2/26/2026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3EAC-2211-3211-A397-C5503083FAB3}"/>
              </a:ext>
            </a:extLst>
          </p:cNvPr>
          <p:cNvSpPr>
            <a:spLocks noGrp="1"/>
          </p:cNvSpPr>
          <p:nvPr>
            <p:ph type="ctrTitle"/>
          </p:nvPr>
        </p:nvSpPr>
        <p:spPr>
          <a:xfrm>
            <a:off x="1759236" y="1443790"/>
            <a:ext cx="8679915" cy="404261"/>
          </a:xfrm>
        </p:spPr>
        <p:txBody>
          <a:bodyPr>
            <a:normAutofit fontScale="90000"/>
          </a:bodyPr>
          <a:lstStyle/>
          <a:p>
            <a:r>
              <a:rPr lang="en-US" sz="3600" b="1" dirty="0">
                <a:highlight>
                  <a:srgbClr val="000000"/>
                </a:highlight>
              </a:rPr>
              <a:t>REPORT ON AIR CRASH INCIDENTS 1908 TO 2024</a:t>
            </a:r>
          </a:p>
        </p:txBody>
      </p:sp>
      <p:sp>
        <p:nvSpPr>
          <p:cNvPr id="3" name="Subtitle 2">
            <a:extLst>
              <a:ext uri="{FF2B5EF4-FFF2-40B4-BE49-F238E27FC236}">
                <a16:creationId xmlns:a16="http://schemas.microsoft.com/office/drawing/2014/main" id="{F3F64D50-E80B-8EF7-DA90-572BD5E06227}"/>
              </a:ext>
            </a:extLst>
          </p:cNvPr>
          <p:cNvSpPr>
            <a:spLocks noGrp="1"/>
          </p:cNvSpPr>
          <p:nvPr>
            <p:ph type="subTitle" idx="1"/>
          </p:nvPr>
        </p:nvSpPr>
        <p:spPr>
          <a:xfrm>
            <a:off x="1759236" y="3906266"/>
            <a:ext cx="8673427" cy="1322587"/>
          </a:xfrm>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NAME : ABDUL LUKMON IDOWU </a:t>
            </a:r>
            <a:endParaRPr lang="en-US" b="1" dirty="0">
              <a:solidFill>
                <a:schemeClr val="bg1"/>
              </a:solidFill>
              <a:highlight>
                <a:srgbClr val="0000FF"/>
              </a:highlight>
              <a:latin typeface="Times New Roman" panose="02020603050405020304" pitchFamily="18" charset="0"/>
              <a:cs typeface="Times New Roman" panose="02020603050405020304" pitchFamily="18" charset="0"/>
            </a:endParaRPr>
          </a:p>
          <a:p>
            <a:pPr algn="l"/>
            <a:r>
              <a:rPr lang="en-US" b="1" dirty="0">
                <a:solidFill>
                  <a:schemeClr val="bg1"/>
                </a:solidFill>
                <a:latin typeface="Times New Roman" panose="02020603050405020304" pitchFamily="18" charset="0"/>
                <a:cs typeface="Times New Roman" panose="02020603050405020304" pitchFamily="18" charset="0"/>
              </a:rPr>
              <a:t>HIIT  DATA ANALYSIS PROJECT  </a:t>
            </a:r>
          </a:p>
        </p:txBody>
      </p:sp>
      <p:pic>
        <p:nvPicPr>
          <p:cNvPr id="5" name="Picture 4">
            <a:extLst>
              <a:ext uri="{FF2B5EF4-FFF2-40B4-BE49-F238E27FC236}">
                <a16:creationId xmlns:a16="http://schemas.microsoft.com/office/drawing/2014/main" id="{8230113B-11BF-4FDF-9B6B-8B176FAC6244}"/>
              </a:ext>
            </a:extLst>
          </p:cNvPr>
          <p:cNvPicPr>
            <a:picLocks noChangeAspect="1"/>
          </p:cNvPicPr>
          <p:nvPr/>
        </p:nvPicPr>
        <p:blipFill>
          <a:blip r:embed="rId2"/>
          <a:stretch>
            <a:fillRect/>
          </a:stretch>
        </p:blipFill>
        <p:spPr>
          <a:xfrm>
            <a:off x="4208796" y="1934678"/>
            <a:ext cx="2619375" cy="1743075"/>
          </a:xfrm>
          <a:prstGeom prst="rect">
            <a:avLst/>
          </a:prstGeom>
          <a:ln w="38100">
            <a:solidFill>
              <a:schemeClr val="tx1"/>
            </a:solidFill>
          </a:ln>
        </p:spPr>
      </p:pic>
      <p:sp>
        <p:nvSpPr>
          <p:cNvPr id="7" name="TextBox 6">
            <a:extLst>
              <a:ext uri="{FF2B5EF4-FFF2-40B4-BE49-F238E27FC236}">
                <a16:creationId xmlns:a16="http://schemas.microsoft.com/office/drawing/2014/main" id="{AAEAA147-CF9E-43A0-A7D4-3E042D8A686A}"/>
              </a:ext>
            </a:extLst>
          </p:cNvPr>
          <p:cNvSpPr txBox="1"/>
          <p:nvPr/>
        </p:nvSpPr>
        <p:spPr>
          <a:xfrm>
            <a:off x="11117179" y="5958038"/>
            <a:ext cx="54864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1313968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1EEF08-1480-4229-BACB-A761CFFD9828}"/>
              </a:ext>
            </a:extLst>
          </p:cNvPr>
          <p:cNvSpPr txBox="1"/>
          <p:nvPr/>
        </p:nvSpPr>
        <p:spPr>
          <a:xfrm>
            <a:off x="4475747" y="426340"/>
            <a:ext cx="4052235"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OUTLINE </a:t>
            </a:r>
          </a:p>
        </p:txBody>
      </p:sp>
      <p:pic>
        <p:nvPicPr>
          <p:cNvPr id="7" name="Picture 6">
            <a:extLst>
              <a:ext uri="{FF2B5EF4-FFF2-40B4-BE49-F238E27FC236}">
                <a16:creationId xmlns:a16="http://schemas.microsoft.com/office/drawing/2014/main" id="{ADA9B511-A7CA-4DCF-A020-8D36A10D4F60}"/>
              </a:ext>
            </a:extLst>
          </p:cNvPr>
          <p:cNvPicPr>
            <a:picLocks noChangeAspect="1"/>
          </p:cNvPicPr>
          <p:nvPr/>
        </p:nvPicPr>
        <p:blipFill>
          <a:blip r:embed="rId2"/>
          <a:stretch>
            <a:fillRect/>
          </a:stretch>
        </p:blipFill>
        <p:spPr>
          <a:xfrm>
            <a:off x="1881738" y="3330341"/>
            <a:ext cx="8614611" cy="3450110"/>
          </a:xfrm>
          <a:prstGeom prst="rect">
            <a:avLst/>
          </a:prstGeom>
        </p:spPr>
      </p:pic>
      <p:sp>
        <p:nvSpPr>
          <p:cNvPr id="5" name="TextBox 4">
            <a:extLst>
              <a:ext uri="{FF2B5EF4-FFF2-40B4-BE49-F238E27FC236}">
                <a16:creationId xmlns:a16="http://schemas.microsoft.com/office/drawing/2014/main" id="{80CA7207-03E1-4B75-9B73-8BF935AEF3D7}"/>
              </a:ext>
            </a:extLst>
          </p:cNvPr>
          <p:cNvSpPr txBox="1"/>
          <p:nvPr/>
        </p:nvSpPr>
        <p:spPr>
          <a:xfrm>
            <a:off x="317634" y="1684421"/>
            <a:ext cx="5871410" cy="1846659"/>
          </a:xfrm>
          <a:prstGeom prst="rect">
            <a:avLst/>
          </a:prstGeom>
          <a:noFill/>
        </p:spPr>
        <p:txBody>
          <a:bodyPr wrap="square" rtlCol="0">
            <a:spAutoFit/>
          </a:bodyPr>
          <a:lstStyle/>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RESEARCH QUESTIONS </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ANALYSIS STEPS</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FINDINGS</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CONCLUSION/RECOMMENDATION</a:t>
            </a:r>
          </a:p>
          <a:p>
            <a:pPr marL="285750" indent="-285750">
              <a:buFont typeface="Wingdings" panose="05000000000000000000" pitchFamily="2" charset="2"/>
              <a:buChar char="q"/>
            </a:pPr>
            <a:endParaRPr lang="en-US" dirty="0"/>
          </a:p>
        </p:txBody>
      </p:sp>
      <p:sp>
        <p:nvSpPr>
          <p:cNvPr id="9" name="TextBox 8">
            <a:extLst>
              <a:ext uri="{FF2B5EF4-FFF2-40B4-BE49-F238E27FC236}">
                <a16:creationId xmlns:a16="http://schemas.microsoft.com/office/drawing/2014/main" id="{EFBA95DF-98D7-498A-BD22-BDFA2279C3FE}"/>
              </a:ext>
            </a:extLst>
          </p:cNvPr>
          <p:cNvSpPr txBox="1"/>
          <p:nvPr/>
        </p:nvSpPr>
        <p:spPr>
          <a:xfrm>
            <a:off x="11184555" y="6189043"/>
            <a:ext cx="6160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764710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6C804E-DC79-436C-B890-A7F4C6615B8A}"/>
              </a:ext>
            </a:extLst>
          </p:cNvPr>
          <p:cNvPicPr>
            <a:picLocks noChangeAspect="1"/>
          </p:cNvPicPr>
          <p:nvPr/>
        </p:nvPicPr>
        <p:blipFill>
          <a:blip r:embed="rId2"/>
          <a:stretch>
            <a:fillRect/>
          </a:stretch>
        </p:blipFill>
        <p:spPr>
          <a:xfrm>
            <a:off x="808522" y="3416968"/>
            <a:ext cx="3686476" cy="2213811"/>
          </a:xfrm>
          <a:prstGeom prst="rect">
            <a:avLst/>
          </a:prstGeom>
          <a:ln w="38100">
            <a:solidFill>
              <a:schemeClr val="tx1"/>
            </a:solidFill>
          </a:ln>
        </p:spPr>
      </p:pic>
      <p:sp>
        <p:nvSpPr>
          <p:cNvPr id="4" name="Title 3">
            <a:extLst>
              <a:ext uri="{FF2B5EF4-FFF2-40B4-BE49-F238E27FC236}">
                <a16:creationId xmlns:a16="http://schemas.microsoft.com/office/drawing/2014/main" id="{5E1B5D42-691A-5730-AC3D-CDEACF9B4812}"/>
              </a:ext>
            </a:extLst>
          </p:cNvPr>
          <p:cNvSpPr>
            <a:spLocks noGrp="1"/>
          </p:cNvSpPr>
          <p:nvPr>
            <p:ph type="title"/>
          </p:nvPr>
        </p:nvSpPr>
        <p:spPr>
          <a:xfrm>
            <a:off x="808522" y="1503680"/>
            <a:ext cx="3484345" cy="3302687"/>
          </a:xfrm>
        </p:spPr>
        <p:txBody>
          <a:bodyPr>
            <a:normAutofit/>
          </a:bodyPr>
          <a:lstStyle/>
          <a:p>
            <a:r>
              <a:rPr lang="en-US" sz="3600" b="1" dirty="0">
                <a:solidFill>
                  <a:schemeClr val="bg1"/>
                </a:solidFill>
                <a:highlight>
                  <a:srgbClr val="000000"/>
                </a:highlight>
                <a:latin typeface="Times New Roman" panose="02020603050405020304" pitchFamily="18" charset="0"/>
                <a:cs typeface="Times New Roman" panose="02020603050405020304" pitchFamily="18" charset="0"/>
              </a:rPr>
              <a:t>RESEARCH QUESTIONS</a:t>
            </a:r>
          </a:p>
        </p:txBody>
      </p:sp>
      <p:sp>
        <p:nvSpPr>
          <p:cNvPr id="5" name="Content Placeholder 4">
            <a:extLst>
              <a:ext uri="{FF2B5EF4-FFF2-40B4-BE49-F238E27FC236}">
                <a16:creationId xmlns:a16="http://schemas.microsoft.com/office/drawing/2014/main" id="{568D8EB0-74FB-3053-5460-371E59C38B09}"/>
              </a:ext>
            </a:extLst>
          </p:cNvPr>
          <p:cNvSpPr>
            <a:spLocks noGrp="1"/>
          </p:cNvSpPr>
          <p:nvPr>
            <p:ph idx="1"/>
          </p:nvPr>
        </p:nvSpPr>
        <p:spPr>
          <a:xfrm>
            <a:off x="4568571" y="199697"/>
            <a:ext cx="7144885" cy="5002924"/>
          </a:xfrm>
        </p:spPr>
        <p:txBody>
          <a:bodyPr>
            <a:normAutofit fontScale="25000" lnSpcReduction="20000"/>
          </a:bodyPr>
          <a:lstStyle/>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Which year recorded the highest number of fatalities(Air)?</a:t>
            </a:r>
          </a:p>
          <a:p>
            <a:pPr>
              <a:buClr>
                <a:schemeClr val="tx1"/>
              </a:buCl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Country with the most fatalities(Air) ?</a:t>
            </a:r>
          </a:p>
          <a:p>
            <a:pPr>
              <a:buClr>
                <a:schemeClr val="tx1"/>
              </a:buCl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Aircraft manufacturer with highest number of recorded crashes?</a:t>
            </a:r>
          </a:p>
          <a:p>
            <a:pP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Country with most number of crashes?</a:t>
            </a:r>
          </a:p>
          <a:p>
            <a:pPr>
              <a:buClr>
                <a:schemeClr val="tx1"/>
              </a:buCl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Which year had the highest number of crashes?</a:t>
            </a:r>
          </a:p>
          <a:p>
            <a:pPr>
              <a:buClr>
                <a:schemeClr val="tx1"/>
              </a:buCl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Top 2  aircraft model appears most frequently in fatal crashes?</a:t>
            </a:r>
          </a:p>
          <a:p>
            <a:pP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Which airline/operator has experienced the most crashes?</a:t>
            </a:r>
          </a:p>
          <a:p>
            <a:pPr>
              <a:buClrTx/>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Aircraft associated with ground fatal crashes most often?</a:t>
            </a:r>
          </a:p>
          <a:p>
            <a:pPr>
              <a:buClr>
                <a:schemeClr val="tx1"/>
              </a:buCl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Locations that record the highest number of fatalities?</a:t>
            </a:r>
          </a:p>
          <a:p>
            <a:pPr>
              <a:buFont typeface="Wingdings" panose="05000000000000000000" pitchFamily="2" charset="2"/>
              <a:buChar char="q"/>
            </a:pPr>
            <a:r>
              <a:rPr lang="en-US" sz="8000" dirty="0">
                <a:latin typeface="Times New Roman" panose="02020603050405020304" pitchFamily="18" charset="0"/>
                <a:cs typeface="Times New Roman" panose="02020603050405020304" pitchFamily="18" charset="0"/>
              </a:rPr>
              <a:t>Which year recorded the highest number of fatalities(ground)?</a:t>
            </a:r>
          </a:p>
          <a:p>
            <a:pPr>
              <a:buFont typeface="Wingdings" panose="05000000000000000000" pitchFamily="2" charset="2"/>
              <a:buChar char="Ø"/>
            </a:pPr>
            <a:endParaRPr lang="en-US" sz="5000"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sp>
        <p:nvSpPr>
          <p:cNvPr id="3" name="TextBox 2">
            <a:extLst>
              <a:ext uri="{FF2B5EF4-FFF2-40B4-BE49-F238E27FC236}">
                <a16:creationId xmlns:a16="http://schemas.microsoft.com/office/drawing/2014/main" id="{6F2A59F6-91FC-4EF2-8428-80826C46C32E}"/>
              </a:ext>
            </a:extLst>
          </p:cNvPr>
          <p:cNvSpPr txBox="1"/>
          <p:nvPr/>
        </p:nvSpPr>
        <p:spPr>
          <a:xfrm rot="10800000" flipV="1">
            <a:off x="11193887" y="5882720"/>
            <a:ext cx="76064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3326767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7FF07F-C011-4A96-87AA-2777BFEF5A28}"/>
              </a:ext>
            </a:extLst>
          </p:cNvPr>
          <p:cNvSpPr txBox="1"/>
          <p:nvPr/>
        </p:nvSpPr>
        <p:spPr>
          <a:xfrm>
            <a:off x="3149065" y="0"/>
            <a:ext cx="4206240" cy="646331"/>
          </a:xfrm>
          <a:prstGeom prst="rect">
            <a:avLst/>
          </a:prstGeom>
          <a:noFill/>
        </p:spPr>
        <p:txBody>
          <a:bodyPr wrap="square" rtlCol="0">
            <a:spAutoFit/>
          </a:bodyPr>
          <a:lstStyle/>
          <a:p>
            <a:r>
              <a:rPr lang="en-US" sz="3600" b="1" dirty="0">
                <a:solidFill>
                  <a:schemeClr val="bg1"/>
                </a:solidFill>
                <a:highlight>
                  <a:srgbClr val="000000"/>
                </a:highlight>
                <a:latin typeface="Times New Roman" panose="02020603050405020304" pitchFamily="18" charset="0"/>
                <a:cs typeface="Times New Roman" panose="02020603050405020304" pitchFamily="18" charset="0"/>
              </a:rPr>
              <a:t>ANALYSIS STEPS</a:t>
            </a:r>
          </a:p>
        </p:txBody>
      </p:sp>
      <p:sp>
        <p:nvSpPr>
          <p:cNvPr id="5" name="TextBox 4">
            <a:extLst>
              <a:ext uri="{FF2B5EF4-FFF2-40B4-BE49-F238E27FC236}">
                <a16:creationId xmlns:a16="http://schemas.microsoft.com/office/drawing/2014/main" id="{45C61655-77AD-46C5-A26C-4D2C270AC295}"/>
              </a:ext>
            </a:extLst>
          </p:cNvPr>
          <p:cNvSpPr txBox="1"/>
          <p:nvPr/>
        </p:nvSpPr>
        <p:spPr>
          <a:xfrm>
            <a:off x="227798" y="1281156"/>
            <a:ext cx="11964202" cy="5786199"/>
          </a:xfrm>
          <a:prstGeom prst="rect">
            <a:avLst/>
          </a:prstGeom>
          <a:noFill/>
        </p:spPr>
        <p:txBody>
          <a:bodyPr wrap="square" rtlCol="0">
            <a:spAutoFit/>
          </a:bodyPr>
          <a:lstStyle/>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Dataset was downloaded in Kaggle on October 18</a:t>
            </a:r>
            <a:r>
              <a:rPr lang="en-US" sz="2200" baseline="30000" dirty="0">
                <a:latin typeface="Times New Roman" panose="02020603050405020304" pitchFamily="18" charset="0"/>
                <a:cs typeface="Times New Roman" panose="02020603050405020304" pitchFamily="18" charset="0"/>
              </a:rPr>
              <a:t>th</a:t>
            </a:r>
            <a:r>
              <a:rPr lang="en-US" sz="2200" dirty="0">
                <a:latin typeface="Times New Roman" panose="02020603050405020304" pitchFamily="18" charset="0"/>
                <a:cs typeface="Times New Roman" panose="02020603050405020304" pitchFamily="18" charset="0"/>
              </a:rPr>
              <a:t> 2025 and the file was imported using Get Data as Microsoft Excel Comma Separated Values File (.csv) </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 dataset was connected to a power query editor for analysis </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Conditional formatting was used to replace some blanks and some errors in the dataset which created a new column known as Cleaned Country/Region, Cleaned Aircraft Manufacturer, Cleaned Aircraft which was  used for the analysis</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Some blanks were replaced with Unknown and some data with unnecessary  punctuations like question mark were edited</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Pivot Table was inserted to easily arrange and summarize the data to tailor the solution to the  research questions </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Chart  such as pie chart, bar chart, line  chart and column chart was also inserted for  visualization </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 Research Question 1-3 ,4-5,6-7,8-10 was solved in the same worksheet</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Dashboard was created to summarize the visuals based on the research questions</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Slicers were inserted for  Year ,Cleaned Country/Region, Cleaned Aircraft Manufacturer, and Cleaned Aircraft </a:t>
            </a:r>
          </a:p>
          <a:p>
            <a:pPr marL="285750" indent="-28575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dirty="0"/>
          </a:p>
        </p:txBody>
      </p:sp>
      <p:pic>
        <p:nvPicPr>
          <p:cNvPr id="7" name="Picture 6">
            <a:extLst>
              <a:ext uri="{FF2B5EF4-FFF2-40B4-BE49-F238E27FC236}">
                <a16:creationId xmlns:a16="http://schemas.microsoft.com/office/drawing/2014/main" id="{B20514F8-39ED-44F5-B785-9F7304269D6B}"/>
              </a:ext>
            </a:extLst>
          </p:cNvPr>
          <p:cNvPicPr>
            <a:picLocks noChangeAspect="1"/>
          </p:cNvPicPr>
          <p:nvPr/>
        </p:nvPicPr>
        <p:blipFill>
          <a:blip r:embed="rId2"/>
          <a:stretch>
            <a:fillRect/>
          </a:stretch>
        </p:blipFill>
        <p:spPr>
          <a:xfrm>
            <a:off x="7203913" y="-85189"/>
            <a:ext cx="2619375" cy="1463040"/>
          </a:xfrm>
          <a:prstGeom prst="rect">
            <a:avLst/>
          </a:prstGeom>
        </p:spPr>
      </p:pic>
      <p:sp>
        <p:nvSpPr>
          <p:cNvPr id="8" name="TextBox 7">
            <a:extLst>
              <a:ext uri="{FF2B5EF4-FFF2-40B4-BE49-F238E27FC236}">
                <a16:creationId xmlns:a16="http://schemas.microsoft.com/office/drawing/2014/main" id="{8D80E343-7DEC-4F76-96AA-3AD5D67EA41A}"/>
              </a:ext>
            </a:extLst>
          </p:cNvPr>
          <p:cNvSpPr txBox="1"/>
          <p:nvPr/>
        </p:nvSpPr>
        <p:spPr>
          <a:xfrm>
            <a:off x="11194182" y="6266372"/>
            <a:ext cx="38501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404051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7B7C1B-B329-4FE3-B166-87E635C21206}"/>
              </a:ext>
            </a:extLst>
          </p:cNvPr>
          <p:cNvSpPr txBox="1"/>
          <p:nvPr/>
        </p:nvSpPr>
        <p:spPr>
          <a:xfrm>
            <a:off x="4235117" y="336884"/>
            <a:ext cx="2319687" cy="646331"/>
          </a:xfrm>
          <a:prstGeom prst="rect">
            <a:avLst/>
          </a:prstGeom>
          <a:noFill/>
        </p:spPr>
        <p:txBody>
          <a:bodyPr wrap="square" rtlCol="0">
            <a:spAutoFit/>
          </a:bodyPr>
          <a:lstStyle/>
          <a:p>
            <a:r>
              <a:rPr lang="en-US" sz="3600" dirty="0">
                <a:solidFill>
                  <a:schemeClr val="bg1"/>
                </a:solidFill>
                <a:highlight>
                  <a:srgbClr val="000000"/>
                </a:highlight>
                <a:latin typeface="Times New Roman" panose="02020603050405020304" pitchFamily="18" charset="0"/>
                <a:cs typeface="Times New Roman" panose="02020603050405020304" pitchFamily="18" charset="0"/>
              </a:rPr>
              <a:t>FINDINGS</a:t>
            </a:r>
          </a:p>
        </p:txBody>
      </p:sp>
      <p:pic>
        <p:nvPicPr>
          <p:cNvPr id="6" name="Picture 5">
            <a:extLst>
              <a:ext uri="{FF2B5EF4-FFF2-40B4-BE49-F238E27FC236}">
                <a16:creationId xmlns:a16="http://schemas.microsoft.com/office/drawing/2014/main" id="{04B77227-3D7C-45B4-A638-6AB6E19008AD}"/>
              </a:ext>
            </a:extLst>
          </p:cNvPr>
          <p:cNvPicPr>
            <a:picLocks noChangeAspect="1"/>
          </p:cNvPicPr>
          <p:nvPr/>
        </p:nvPicPr>
        <p:blipFill>
          <a:blip r:embed="rId2"/>
          <a:stretch>
            <a:fillRect/>
          </a:stretch>
        </p:blipFill>
        <p:spPr>
          <a:xfrm>
            <a:off x="6554804" y="77002"/>
            <a:ext cx="2791327" cy="1090512"/>
          </a:xfrm>
          <a:prstGeom prst="rect">
            <a:avLst/>
          </a:prstGeom>
        </p:spPr>
      </p:pic>
      <p:sp>
        <p:nvSpPr>
          <p:cNvPr id="7" name="TextBox 6">
            <a:extLst>
              <a:ext uri="{FF2B5EF4-FFF2-40B4-BE49-F238E27FC236}">
                <a16:creationId xmlns:a16="http://schemas.microsoft.com/office/drawing/2014/main" id="{5460FBC8-7EF1-4574-80B2-39C72627FC84}"/>
              </a:ext>
            </a:extLst>
          </p:cNvPr>
          <p:cNvSpPr txBox="1"/>
          <p:nvPr/>
        </p:nvSpPr>
        <p:spPr>
          <a:xfrm>
            <a:off x="0" y="1427396"/>
            <a:ext cx="11624441" cy="5201424"/>
          </a:xfrm>
          <a:prstGeom prst="rect">
            <a:avLst/>
          </a:prstGeom>
          <a:noFill/>
        </p:spPr>
        <p:txBody>
          <a:bodyPr wrap="square" rtlCol="0">
            <a:spAutoFit/>
          </a:bodyPr>
          <a:lstStyle/>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1972 was the year recorded with highest number of fatalities </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Russia is the country with most fatalities(Air)  </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Douglas(Aircraft Manufacturer) has the most number of crashes </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Russia is the country with most number of crashes</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Crashes happened most in 1946</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Unknown and </a:t>
            </a:r>
            <a:r>
              <a:rPr lang="en-US" sz="2400" dirty="0" err="1">
                <a:latin typeface="Times New Roman" panose="02020603050405020304" pitchFamily="18" charset="0"/>
                <a:cs typeface="Times New Roman" panose="02020603050405020304" pitchFamily="18" charset="0"/>
              </a:rPr>
              <a:t>Tejas</a:t>
            </a:r>
            <a:r>
              <a:rPr lang="en-US" sz="2400" dirty="0">
                <a:latin typeface="Times New Roman" panose="02020603050405020304" pitchFamily="18" charset="0"/>
                <a:cs typeface="Times New Roman" panose="02020603050405020304" pitchFamily="18" charset="0"/>
              </a:rPr>
              <a:t>(fighter jet) was the aircraft model with most frequent fatal crashes</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Operator with most crashes was Aeroflot </a:t>
            </a:r>
          </a:p>
          <a:p>
            <a:pPr marL="285750" indent="-285750">
              <a:buFont typeface="Wingdings" panose="05000000000000000000" pitchFamily="2" charset="2"/>
              <a:buChar char="q"/>
            </a:pPr>
            <a:r>
              <a:rPr lang="en-US" sz="2400" dirty="0" err="1">
                <a:latin typeface="Times New Roman" panose="02020603050405020304" pitchFamily="18" charset="0"/>
                <a:cs typeface="Times New Roman" panose="02020603050405020304" pitchFamily="18" charset="0"/>
              </a:rPr>
              <a:t>Tejas</a:t>
            </a:r>
            <a:r>
              <a:rPr lang="en-US" sz="2400" dirty="0">
                <a:latin typeface="Times New Roman" panose="02020603050405020304" pitchFamily="18" charset="0"/>
                <a:cs typeface="Times New Roman" panose="02020603050405020304" pitchFamily="18" charset="0"/>
              </a:rPr>
              <a:t>(Fighter jets) was the Aircraft with most (ground) fatal crashes</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Tenerife Canary was the location with most fatalities </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Air Globe is one of safest Operator so far</a:t>
            </a: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As at 2024 Canada became the country with most fatalities and crashes while the location was in Forth Smith</a:t>
            </a:r>
          </a:p>
          <a:p>
            <a:pPr marL="285750" indent="-28575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BF81B1E-3016-43EC-836E-A59E8A493394}"/>
              </a:ext>
            </a:extLst>
          </p:cNvPr>
          <p:cNvSpPr txBox="1"/>
          <p:nvPr/>
        </p:nvSpPr>
        <p:spPr>
          <a:xfrm>
            <a:off x="11333829" y="6259488"/>
            <a:ext cx="290612"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373720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45E1EA-A8B4-4F93-9CC7-62D6AEC260ED}"/>
              </a:ext>
            </a:extLst>
          </p:cNvPr>
          <p:cNvSpPr txBox="1"/>
          <p:nvPr/>
        </p:nvSpPr>
        <p:spPr>
          <a:xfrm>
            <a:off x="4390084" y="251049"/>
            <a:ext cx="3233578" cy="646331"/>
          </a:xfrm>
          <a:prstGeom prst="rect">
            <a:avLst/>
          </a:prstGeom>
          <a:noFill/>
        </p:spPr>
        <p:txBody>
          <a:bodyPr wrap="none" rtlCol="0">
            <a:spAutoFit/>
          </a:bodyPr>
          <a:lstStyle/>
          <a:p>
            <a:r>
              <a:rPr lang="en-US" sz="3600" dirty="0">
                <a:solidFill>
                  <a:schemeClr val="bg1"/>
                </a:solidFill>
                <a:highlight>
                  <a:srgbClr val="000000"/>
                </a:highlight>
              </a:rPr>
              <a:t>CONCLUSION</a:t>
            </a:r>
          </a:p>
        </p:txBody>
      </p:sp>
      <p:pic>
        <p:nvPicPr>
          <p:cNvPr id="4" name="Picture 3">
            <a:extLst>
              <a:ext uri="{FF2B5EF4-FFF2-40B4-BE49-F238E27FC236}">
                <a16:creationId xmlns:a16="http://schemas.microsoft.com/office/drawing/2014/main" id="{CAD4EA96-4569-46F3-8D66-85EE5B373226}"/>
              </a:ext>
            </a:extLst>
          </p:cNvPr>
          <p:cNvPicPr>
            <a:picLocks noChangeAspect="1"/>
          </p:cNvPicPr>
          <p:nvPr/>
        </p:nvPicPr>
        <p:blipFill>
          <a:blip r:embed="rId2"/>
          <a:stretch>
            <a:fillRect/>
          </a:stretch>
        </p:blipFill>
        <p:spPr>
          <a:xfrm>
            <a:off x="7623662" y="251049"/>
            <a:ext cx="2619375" cy="942742"/>
          </a:xfrm>
          <a:prstGeom prst="rect">
            <a:avLst/>
          </a:prstGeom>
        </p:spPr>
      </p:pic>
      <p:sp>
        <p:nvSpPr>
          <p:cNvPr id="5" name="TextBox 4">
            <a:extLst>
              <a:ext uri="{FF2B5EF4-FFF2-40B4-BE49-F238E27FC236}">
                <a16:creationId xmlns:a16="http://schemas.microsoft.com/office/drawing/2014/main" id="{CA999930-915F-4919-BB0D-8538EC41BA78}"/>
              </a:ext>
            </a:extLst>
          </p:cNvPr>
          <p:cNvSpPr txBox="1"/>
          <p:nvPr/>
        </p:nvSpPr>
        <p:spPr>
          <a:xfrm>
            <a:off x="636588" y="1193791"/>
            <a:ext cx="10740570" cy="353943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In conclusion based on the finding It is recommended that high-risk countries and operators strengthen safety regulations and monitoring systems. Aircraft models with frequent crash history should undergo strict inspections or be phased out. High-fatality locations should be assessed for environmental and operational risks. Operators with better safety records can serve as benchmarks for best practices. Continuous data monitoring and safety audits are essential to prevent future aviation disasters</a:t>
            </a:r>
            <a:r>
              <a:rPr lang="en-US" sz="24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5512B62F-E1D6-4CE1-94B2-B65424562021}"/>
              </a:ext>
            </a:extLst>
          </p:cNvPr>
          <p:cNvSpPr txBox="1"/>
          <p:nvPr/>
        </p:nvSpPr>
        <p:spPr>
          <a:xfrm>
            <a:off x="11377158" y="6085490"/>
            <a:ext cx="320856"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1493616502"/>
      </p:ext>
    </p:extLst>
  </p:cSld>
  <p:clrMapOvr>
    <a:masterClrMapping/>
  </p:clrMapOvr>
</p:sld>
</file>

<file path=ppt/theme/theme1.xml><?xml version="1.0" encoding="utf-8"?>
<a:theme xmlns:a="http://schemas.openxmlformats.org/drawingml/2006/main" name="Atla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{F5D2952A-5521-45B0-B357-8651FAD710BE}TF84f8bd34-e664-4dff-80e6-54cad708313b5d6b3c2c-55a0db8cc8b4</Template>
  <TotalTime>1075</TotalTime>
  <Words>498</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Rockwell</vt:lpstr>
      <vt:lpstr>Times New Roman</vt:lpstr>
      <vt:lpstr>Wingdings</vt:lpstr>
      <vt:lpstr>Atlas</vt:lpstr>
      <vt:lpstr>REPORT ON AIR CRASH INCIDENTS 1908 TO 2024</vt:lpstr>
      <vt:lpstr>PowerPoint Presentation</vt:lpstr>
      <vt:lpstr>RESEARCH QUESTIONS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 lukmon</dc:creator>
  <cp:lastModifiedBy>Abdul lukmon</cp:lastModifiedBy>
  <cp:revision>25</cp:revision>
  <dcterms:created xsi:type="dcterms:W3CDTF">2025-11-13T12:44:22Z</dcterms:created>
  <dcterms:modified xsi:type="dcterms:W3CDTF">2026-02-26T10:15:02Z</dcterms:modified>
</cp:coreProperties>
</file>